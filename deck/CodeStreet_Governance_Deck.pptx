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Governance Layer for Financial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safety layer every other AmEx agent theme needs before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2026: an autonomous airline booking agent misrouted 1,000+ passengers</a:t>
            </a:r>
          </a:p>
          <a:p>
            <a:pPr>
              <a:defRPr sz="2000"/>
            </a:pPr>
            <a:r>
              <a:t>nothing checked its actions before it executed them</a:t>
            </a:r>
          </a:p>
          <a:p>
            <a:pPr>
              <a:defRPr sz="2000"/>
            </a:pPr>
            <a:r>
              <a:t>the same failure mode applies to card &amp; payments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not a 7th agent competing with the other 6 themes</a:t>
            </a:r>
          </a:p>
          <a:p>
            <a:pPr>
              <a:defRPr sz="2000"/>
            </a:pPr>
            <a:r>
              <a:t>it's the control plane the other 6 need to be deployable at 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97810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agents flow through the policy gateway in real time</a:t>
            </a:r>
          </a:p>
          <a:p>
            <a:pPr>
              <a:defRPr sz="2000"/>
            </a:pPr>
            <a:r>
              <a:t>over-cap action blocked live, exact reason shown inline</a:t>
            </a:r>
          </a:p>
          <a:p>
            <a:pPr>
              <a:defRPr sz="2000"/>
            </a:pPr>
            <a:r>
              <a:t>fleet-wide EMERGENCY STOP halts every agent instantly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prevents a misrouted-agent incident before it reaches a customer</a:t>
            </a:r>
          </a:p>
          <a:p>
            <a:pPr>
              <a:defRPr sz="2000"/>
            </a:pPr>
            <a:r>
              <a:t>full audit trail for every agent decision, allow or block</a:t>
            </a:r>
          </a:p>
          <a:p>
            <a:pPr>
              <a:defRPr sz="2000"/>
            </a:pPr>
            <a:r>
              <a:t>operator can reconfigure policy live, no redeploy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SQLite -&gt; Postgres, dict-policy engine -&gt; rules service as fleet grows</a:t>
            </a:r>
          </a:p>
          <a:p>
            <a:pPr>
              <a:defRPr sz="2000"/>
            </a:pPr>
            <a:r>
              <a:t>add per-action-type risk scoring on top of static caps/scopes</a:t>
            </a:r>
          </a:p>
          <a:p>
            <a:pPr>
              <a:defRPr sz="2000"/>
            </a:pPr>
            <a:r>
              <a:t>pluggable connectors for real agent frameworks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