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Throughline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Cross-Channel Journey Stitching — the visibility layer every other AmEx agent theme's data flows through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 dispute starts on the app, escalates through a call, resolves in-branch</a:t>
            </a:r>
          </a:p>
          <a:p>
            <a:pPr>
              <a:defRPr sz="2000"/>
            </a:pPr>
            <a:r>
              <a:t>Today: four disconnected systems, zero unified view of that one journey</a:t>
            </a:r>
          </a:p>
          <a:p>
            <a:pPr>
              <a:defRPr sz="2000"/>
            </a:pPr>
            <a:r>
              <a:t>No way to see where it broke down, or that it broke down at all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Theme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Not a 7th agent competing with the other 6 CodeStreet themes</a:t>
            </a:r>
          </a:p>
          <a:p>
            <a:pPr>
              <a:defRPr sz="2000"/>
            </a:pPr>
            <a:r>
              <a:t>It's the visibility layer that makes any of those journeys traceable end to end</a:t>
            </a:r>
          </a:p>
          <a:p>
            <a:pPr>
              <a:defRPr sz="2000"/>
            </a:pPr>
            <a:r>
              <a:t>Every other theme generates cross-channel data; none of it is stitched today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pic>
        <p:nvPicPr>
          <p:cNvPr id="3" name="Picture 2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87859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— Journey Timeline</a:t>
            </a:r>
          </a:p>
        </p:txBody>
      </p:sp>
      <p:pic>
        <p:nvPicPr>
          <p:cNvPr id="3" name="Picture 2" descr="journe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 — Aggregate Patterns</a:t>
            </a:r>
          </a:p>
        </p:txBody>
      </p:sp>
      <p:pic>
        <p:nvPicPr>
          <p:cNvPr id="3" name="Picture 2" descr="aggregate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Measured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100% identity resolution accuracy on the seeded set (incl. ambiguous cases correctly left unresolved)</a:t>
            </a:r>
          </a:p>
          <a:p>
            <a:pPr>
              <a:defRPr sz="2000"/>
            </a:pPr>
            <a:r>
              <a:t>6.28ms average pipeline latency per event, ingestion to resolved timeline</a:t>
            </a:r>
          </a:p>
          <a:p>
            <a:pPr>
              <a:defRPr sz="2000"/>
            </a:pPr>
            <a:r>
              <a:t>High-friction customers return 5x less often, measured against our seeded synthetic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Turns four blind systems into one traceable customer story</a:t>
            </a:r>
          </a:p>
          <a:p>
            <a:pPr>
              <a:defRPr sz="2000"/>
            </a:pPr>
            <a:r>
              <a:t>Surfaces churn risk from journey friction before the customer leaves</a:t>
            </a:r>
          </a:p>
          <a:p>
            <a:pPr>
              <a:defRPr sz="2000"/>
            </a:pPr>
            <a:r>
              <a:t>Honest by design: low-confidence links are flagged, never force-matched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&amp; What's Next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Event generators -&gt; real Kafka/Spark streaming ingestion at scale</a:t>
            </a:r>
          </a:p>
          <a:p>
            <a:pPr>
              <a:defRPr sz="2000"/>
            </a:pPr>
            <a:r>
              <a:t>SQLite -&gt; Snowflake/BigQuery for the event store</a:t>
            </a:r>
          </a:p>
          <a:p>
            <a:pPr>
              <a:defRPr sz="2000"/>
            </a:pPr>
            <a:r>
              <a:t>Analytics layer output feeds a downstream tool like Amplitude/Mixpanel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